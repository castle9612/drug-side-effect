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E"/>
    <a:srgbClr val="E9E9E9"/>
    <a:srgbClr val="E4E3E1"/>
    <a:srgbClr val="E6E4E5"/>
    <a:srgbClr val="D1D1CF"/>
    <a:srgbClr val="DEDEE0"/>
    <a:srgbClr val="E1E1E2"/>
    <a:srgbClr val="E8E2E2"/>
    <a:srgbClr val="EAEBED"/>
    <a:srgbClr val="EDEDE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9B67A-10EF-49E0-95C7-E763CB775685}" v="10" dt="2024-01-15T16:59:51.9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2024-01-16 (Tuesday)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1C37AB-8C78-4D6C-BA47-74533619AC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0700" y="-1"/>
            <a:ext cx="6248400" cy="5232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0C938C-F8B1-4FFF-8F74-6ED0A876B136}"/>
              </a:ext>
            </a:extLst>
          </p:cNvPr>
          <p:cNvSpPr txBox="1"/>
          <p:nvPr/>
        </p:nvSpPr>
        <p:spPr>
          <a:xfrm>
            <a:off x="4184262" y="5142948"/>
            <a:ext cx="38234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dirty="0">
                <a:latin typeface="+mj-lt"/>
              </a:rPr>
              <a:t>결과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1FC92-B1C1-4C46-ABEF-2B6B78AA5915}"/>
              </a:ext>
            </a:extLst>
          </p:cNvPr>
          <p:cNvSpPr txBox="1"/>
          <p:nvPr/>
        </p:nvSpPr>
        <p:spPr>
          <a:xfrm>
            <a:off x="3211234" y="76200"/>
            <a:ext cx="57695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700" dirty="0">
                <a:latin typeface="+mn-ea"/>
              </a:rPr>
              <a:t>[    ]</a:t>
            </a:r>
            <a:endParaRPr lang="ko-KR" altLang="en-US" sz="28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135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274909"/>
              </p:ext>
            </p:extLst>
          </p:nvPr>
        </p:nvGraphicFramePr>
        <p:xfrm>
          <a:off x="262713" y="1452926"/>
          <a:ext cx="11637434" cy="1784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738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3504770915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125620746"/>
                    </a:ext>
                  </a:extLst>
                </a:gridCol>
                <a:gridCol w="1328587">
                  <a:extLst>
                    <a:ext uri="{9D8B030D-6E8A-4147-A177-3AD203B41FA5}">
                      <a16:colId xmlns:a16="http://schemas.microsoft.com/office/drawing/2014/main" val="4130233887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rnn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Past-lgb-AE-5fold(6</a:t>
                      </a:r>
                      <a:r>
                        <a:rPr lang="ko-KR" altLang="en-US" sz="1100" dirty="0"/>
                        <a:t>번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</a:t>
                      </a:r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-AE-over(6</a:t>
                      </a:r>
                      <a:r>
                        <a:rPr lang="ko-KR" altLang="en-US" sz="1100" dirty="0"/>
                        <a:t>번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</a:t>
                      </a:r>
                      <a:r>
                        <a:rPr lang="en-US" altLang="ko-KR" sz="1100" dirty="0" err="1"/>
                        <a:t>xgb</a:t>
                      </a:r>
                      <a:r>
                        <a:rPr lang="en-US" altLang="ko-KR" sz="1100" dirty="0"/>
                        <a:t>-AE-over(6</a:t>
                      </a:r>
                      <a:r>
                        <a:rPr lang="ko-KR" altLang="en-US" sz="1100" dirty="0"/>
                        <a:t>번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Past-xgb-AE-5fold(6</a:t>
                      </a:r>
                      <a:r>
                        <a:rPr lang="ko-KR" altLang="en-US" sz="1100" dirty="0"/>
                        <a:t>번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Past-CNN</a:t>
                      </a:r>
                    </a:p>
                    <a:p>
                      <a:pPr latinLnBrk="1"/>
                      <a:r>
                        <a:rPr lang="en-US" altLang="ko-KR" sz="1100" dirty="0"/>
                        <a:t>(6</a:t>
                      </a:r>
                      <a:r>
                        <a:rPr lang="ko-KR" altLang="en-US" sz="1100" dirty="0"/>
                        <a:t>번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Past-CNN-AE</a:t>
                      </a:r>
                    </a:p>
                    <a:p>
                      <a:pPr latinLnBrk="1"/>
                      <a:r>
                        <a:rPr lang="en-US" altLang="ko-KR" sz="1100" dirty="0"/>
                        <a:t>(6</a:t>
                      </a:r>
                      <a:r>
                        <a:rPr lang="ko-KR" altLang="en-US" sz="1100" dirty="0"/>
                        <a:t>번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Past-CNN-AE-dropout</a:t>
                      </a:r>
                    </a:p>
                    <a:p>
                      <a:pPr latinLnBrk="1"/>
                      <a:r>
                        <a:rPr lang="en-US" altLang="ko-KR" sz="1100" dirty="0"/>
                        <a:t>(6</a:t>
                      </a:r>
                      <a:r>
                        <a:rPr lang="ko-KR" altLang="en-US" sz="1100" dirty="0"/>
                        <a:t>번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accuary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0.6466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0.6287878787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0.5879396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0.6281407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0.613636363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0.5338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0.5414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0.5564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0.6711409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0.63392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0.64827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0.5634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0.5426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[[33 27]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[22 50]]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[[46 58]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[24 71]]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[[62 42]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[32 63]]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[[34 26]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[25 47]]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[[31 25]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[37 40]]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[[44 12]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[49 28]]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[[39 17]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[42 35]]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69F19B-0247-6731-2B43-075B1F472CA9}"/>
              </a:ext>
            </a:extLst>
          </p:cNvPr>
          <p:cNvSpPr txBox="1"/>
          <p:nvPr/>
        </p:nvSpPr>
        <p:spPr>
          <a:xfrm>
            <a:off x="262713" y="3429000"/>
            <a:ext cx="64965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base_acc</a:t>
            </a:r>
            <a:r>
              <a:rPr lang="en-US" altLang="ko-KR" dirty="0"/>
              <a:t> = 0.4901960784313726</a:t>
            </a:r>
          </a:p>
          <a:p>
            <a:r>
              <a:rPr lang="en-US" altLang="ko-KR" dirty="0"/>
              <a:t>data : 3435 -&gt; 64</a:t>
            </a:r>
          </a:p>
          <a:p>
            <a:r>
              <a:rPr lang="en-US" altLang="ko-KR" dirty="0"/>
              <a:t>sim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331-&gt;64</a:t>
            </a:r>
          </a:p>
          <a:p>
            <a:endParaRPr lang="en-US" altLang="ko-KR" dirty="0"/>
          </a:p>
          <a:p>
            <a:r>
              <a:rPr lang="en-US" altLang="ko-KR" dirty="0"/>
              <a:t>data1 = </a:t>
            </a:r>
            <a:r>
              <a:rPr lang="en-US" altLang="ko-KR" dirty="0" err="1"/>
              <a:t>fp</a:t>
            </a:r>
            <a:r>
              <a:rPr lang="en-US" altLang="ko-KR" dirty="0"/>
              <a:t> 80</a:t>
            </a:r>
            <a:r>
              <a:rPr lang="ko-KR" altLang="en-US" dirty="0"/>
              <a:t>차원</a:t>
            </a:r>
          </a:p>
          <a:p>
            <a:r>
              <a:rPr lang="en-US" altLang="ko-KR" dirty="0"/>
              <a:t>data2 = </a:t>
            </a:r>
            <a:r>
              <a:rPr lang="en-US" altLang="ko-KR" dirty="0" err="1"/>
              <a:t>target_action_delete_column</a:t>
            </a:r>
            <a:endParaRPr lang="en-US" altLang="ko-KR" dirty="0"/>
          </a:p>
          <a:p>
            <a:r>
              <a:rPr lang="en-US" altLang="ko-KR" dirty="0"/>
              <a:t>data3 = target_action_data_v2</a:t>
            </a:r>
          </a:p>
          <a:p>
            <a:r>
              <a:rPr lang="en-US" altLang="ko-KR" dirty="0"/>
              <a:t>data = data1+data2+data3</a:t>
            </a:r>
          </a:p>
          <a:p>
            <a:r>
              <a:rPr lang="en-US" altLang="ko-KR" dirty="0"/>
              <a:t>similarity = data1</a:t>
            </a:r>
          </a:p>
          <a:p>
            <a:endParaRPr lang="en-US" altLang="ko-KR" dirty="0"/>
          </a:p>
          <a:p>
            <a:r>
              <a:rPr lang="en-US" altLang="ko-KR" dirty="0"/>
              <a:t>X=auto(similarity)+auto(data)</a:t>
            </a:r>
          </a:p>
          <a:p>
            <a:r>
              <a:rPr lang="en-US" altLang="ko-KR" dirty="0"/>
              <a:t>Y=</a:t>
            </a:r>
            <a:r>
              <a:rPr lang="en-US" altLang="ko-KR" dirty="0" err="1"/>
              <a:t>outputdata</a:t>
            </a:r>
            <a:r>
              <a:rPr lang="en-US" altLang="ko-KR" dirty="0"/>
              <a:t>=label.csv--&gt;</a:t>
            </a:r>
            <a:r>
              <a:rPr lang="ko-KR" altLang="en-US" dirty="0"/>
              <a:t>부작용 유무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4230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22454"/>
              </p:ext>
            </p:extLst>
          </p:nvPr>
        </p:nvGraphicFramePr>
        <p:xfrm>
          <a:off x="262712" y="1452926"/>
          <a:ext cx="11563524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828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3504770915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25620746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2274614649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Lgb-target_action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</a:t>
                      </a:r>
                      <a:r>
                        <a:rPr lang="en-US" altLang="ko-KR" sz="1100" dirty="0" err="1"/>
                        <a:t>tani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-binary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0.7078189300411523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0.720164609053498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0.6748971193415638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0.7336683417085427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0.7236180904522613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0.6666666666666666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0.7272727272727273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0.6590909090909091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0.4227642276422764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0.42372881355932207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0.3779527559055118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0.45360824742268047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0.4329896907216495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0.44999999999999996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0.5714285714285715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0.3835616438356164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[[146  31]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[ 40  26]]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[[150  27]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[ 41  25]]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[[140  37]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[ 42  24]]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[[124  16]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[ 37  22]]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[[123  17]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[ 38  21]]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[[70 15]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[29 18]]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[[72 13]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[23 24]]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[[73 12]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[33 14]]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F5EFC3-72A8-98E3-D49E-512D0A83BE87}"/>
              </a:ext>
            </a:extLst>
          </p:cNvPr>
          <p:cNvSpPr txBox="1"/>
          <p:nvPr/>
        </p:nvSpPr>
        <p:spPr>
          <a:xfrm>
            <a:off x="152400" y="4188823"/>
            <a:ext cx="7679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 </a:t>
            </a:r>
            <a:r>
              <a:rPr lang="en-US" altLang="ko-KR" dirty="0" err="1"/>
              <a:t>tani</a:t>
            </a:r>
            <a:endParaRPr lang="en-US" altLang="ko-KR" dirty="0"/>
          </a:p>
          <a:p>
            <a:r>
              <a:rPr lang="en-US" altLang="ko-KR" dirty="0"/>
              <a:t>Target-action : 3435-&gt;64</a:t>
            </a:r>
          </a:p>
          <a:p>
            <a:endParaRPr lang="en-US" altLang="ko-KR" dirty="0"/>
          </a:p>
          <a:p>
            <a:r>
              <a:rPr lang="en-US" altLang="ko-KR" dirty="0"/>
              <a:t>Tani-all</a:t>
            </a:r>
          </a:p>
          <a:p>
            <a:r>
              <a:rPr lang="en-US" altLang="ko-KR" dirty="0"/>
              <a:t>Target-action:809-&gt;64</a:t>
            </a:r>
          </a:p>
          <a:p>
            <a:endParaRPr lang="en-US" altLang="ko-KR" dirty="0"/>
          </a:p>
          <a:p>
            <a:r>
              <a:rPr lang="en-US" altLang="ko-KR" dirty="0"/>
              <a:t>Tani-past</a:t>
            </a:r>
          </a:p>
          <a:p>
            <a:r>
              <a:rPr lang="en-US" altLang="ko-KR" dirty="0"/>
              <a:t>Target-action:331-&gt;64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1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8813"/>
              </p:ext>
            </p:extLst>
          </p:nvPr>
        </p:nvGraphicFramePr>
        <p:xfrm>
          <a:off x="262712" y="1452926"/>
          <a:ext cx="11154223" cy="1784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533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2030938">
                  <a:extLst>
                    <a:ext uri="{9D8B030D-6E8A-4147-A177-3AD203B41FA5}">
                      <a16:colId xmlns:a16="http://schemas.microsoft.com/office/drawing/2014/main" val="813959286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-cross-32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-cross-16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-cross-4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-no AE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0.7045454545454546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0.6893939393939394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0.6818181818181818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0.6666666666666666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0.6363636363636364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0.49350649350649345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0.49382716049382713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0.46153846153846156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0.4761904761904763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0.29411764705882354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[[74 11]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[28 19]]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[[71 14]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[27 20]]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[[72 13]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[29 18]]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[[68 17]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[27 20]]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[[74 11]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[37 10]]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1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07C3B338E97074F81FDD7339ABFE9B9" ma:contentTypeVersion="3" ma:contentTypeDescription="새 문서를 만듭니다." ma:contentTypeScope="" ma:versionID="f1e6f1ca6395a57d1341d602a8b1aad8">
  <xsd:schema xmlns:xsd="http://www.w3.org/2001/XMLSchema" xmlns:xs="http://www.w3.org/2001/XMLSchema" xmlns:p="http://schemas.microsoft.com/office/2006/metadata/properties" xmlns:ns3="a81baa81-86f2-4a2e-a45f-e2b4cb1ac5e6" targetNamespace="http://schemas.microsoft.com/office/2006/metadata/properties" ma:root="true" ma:fieldsID="a96d0757eecd9d221bb74832535bcc33" ns3:_="">
    <xsd:import namespace="a81baa81-86f2-4a2e-a45f-e2b4cb1ac5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1baa81-86f2-4a2e-a45f-e2b4cb1ac5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2D89D5-14CA-4E21-8202-23B3280F88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623D26-4340-47B0-9656-15815F8294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1baa81-86f2-4a2e-a45f-e2b4cb1ac5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F7CFE3-1591-4C74-B0D0-361005B3C819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a81baa81-86f2-4a2e-a45f-e2b4cb1ac5e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398</Words>
  <Application>Microsoft Office PowerPoint</Application>
  <PresentationFormat>와이드스크린</PresentationFormat>
  <Paragraphs>147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문성윤</cp:lastModifiedBy>
  <cp:revision>30</cp:revision>
  <dcterms:created xsi:type="dcterms:W3CDTF">2021-10-22T06:13:27Z</dcterms:created>
  <dcterms:modified xsi:type="dcterms:W3CDTF">2024-01-15T17:09:06Z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0x010100E07C3B338E97074F81FDD7339ABFE9B9</vt:lpwstr>
  </property>
</Properties>
</file>