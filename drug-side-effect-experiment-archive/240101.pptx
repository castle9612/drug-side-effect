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E"/>
    <a:srgbClr val="E9E9E9"/>
    <a:srgbClr val="E4E3E1"/>
    <a:srgbClr val="E6E4E5"/>
    <a:srgbClr val="D1D1CF"/>
    <a:srgbClr val="DEDEE0"/>
    <a:srgbClr val="E1E1E2"/>
    <a:srgbClr val="E8E2E2"/>
    <a:srgbClr val="EAEBED"/>
    <a:srgbClr val="EDEDE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2024-01-02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1C37AB-8C78-4D6C-BA47-74533619AC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0700" y="-1"/>
            <a:ext cx="6248400" cy="52324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0C938C-F8B1-4FFF-8F74-6ED0A876B136}"/>
              </a:ext>
            </a:extLst>
          </p:cNvPr>
          <p:cNvSpPr txBox="1"/>
          <p:nvPr/>
        </p:nvSpPr>
        <p:spPr>
          <a:xfrm>
            <a:off x="4184262" y="5142948"/>
            <a:ext cx="382348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dirty="0">
                <a:latin typeface="+mj-lt"/>
              </a:rPr>
              <a:t>결과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1FC92-B1C1-4C46-ABEF-2B6B78AA5915}"/>
              </a:ext>
            </a:extLst>
          </p:cNvPr>
          <p:cNvSpPr txBox="1"/>
          <p:nvPr/>
        </p:nvSpPr>
        <p:spPr>
          <a:xfrm>
            <a:off x="3211234" y="76200"/>
            <a:ext cx="57695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700" dirty="0">
                <a:latin typeface="+mn-ea"/>
              </a:rPr>
              <a:t>[    ]</a:t>
            </a:r>
            <a:endParaRPr lang="ko-KR" altLang="en-US" sz="28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135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787413"/>
              </p:ext>
            </p:extLst>
          </p:nvPr>
        </p:nvGraphicFramePr>
        <p:xfrm>
          <a:off x="262713" y="1452926"/>
          <a:ext cx="11637434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738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504770915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125620746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4130233887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Xgboost</a:t>
                      </a:r>
                      <a:r>
                        <a:rPr lang="en-US" altLang="ko-KR" sz="1100" dirty="0"/>
                        <a:t>-n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Randomforest</a:t>
                      </a:r>
                      <a:r>
                        <a:rPr lang="en-US" altLang="ko-KR" sz="1100" dirty="0"/>
                        <a:t>-n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Svm</a:t>
                      </a:r>
                      <a:r>
                        <a:rPr lang="en-US" altLang="ko-KR" sz="1100" dirty="0"/>
                        <a:t>-n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xgboost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Lgb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randomforest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svm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accuary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0.6287878787878788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0.5757575757575758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0.6439393939393939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0.6439393939393939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0.6060606060606061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0.5454545454545454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0.6363636363636364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0.6439393939393939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0.1694915254237288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0.22950819672131148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0.07142857142857142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[[78  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[42  5]]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[[76  9]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[47  0]]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[[78  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[40  7]]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[[85  0]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[47  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[[78  7]</a:t>
                      </a:r>
                    </a:p>
                    <a:p>
                      <a:pPr rtl="0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[45  2]]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[[72 13]</a:t>
                      </a:r>
                    </a:p>
                    <a:p>
                      <a:pPr rtl="0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[47  0]]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[[78  7]</a:t>
                      </a:r>
                    </a:p>
                    <a:p>
                      <a:pPr rtl="0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[41  6]]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[[85  0]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[47  0]]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69F19B-0247-6731-2B43-075B1F472CA9}"/>
              </a:ext>
            </a:extLst>
          </p:cNvPr>
          <p:cNvSpPr txBox="1"/>
          <p:nvPr/>
        </p:nvSpPr>
        <p:spPr>
          <a:xfrm>
            <a:off x="393156" y="3823063"/>
            <a:ext cx="6496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Xgboost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lgb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randomforest</a:t>
            </a:r>
            <a:r>
              <a:rPr lang="en-US" altLang="ko-KR" dirty="0"/>
              <a:t>, </a:t>
            </a:r>
            <a:r>
              <a:rPr lang="en-US" altLang="ko-KR" dirty="0" err="1"/>
              <a:t>svm</a:t>
            </a:r>
            <a:endParaRPr lang="en-US" altLang="ko-KR" dirty="0"/>
          </a:p>
          <a:p>
            <a:r>
              <a:rPr lang="en-US" altLang="ko-KR" dirty="0" err="1"/>
              <a:t>Taget</a:t>
            </a:r>
            <a:r>
              <a:rPr lang="en-US" altLang="ko-KR" dirty="0"/>
              <a:t>-action : 1145 -&gt; 32</a:t>
            </a:r>
          </a:p>
          <a:p>
            <a:r>
              <a:rPr lang="en-US" altLang="ko-KR" dirty="0"/>
              <a:t>Smile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128-&gt;32</a:t>
            </a:r>
          </a:p>
        </p:txBody>
      </p:sp>
    </p:spTree>
    <p:extLst>
      <p:ext uri="{BB962C8B-B14F-4D97-AF65-F5344CB8AC3E}">
        <p14:creationId xmlns:p14="http://schemas.microsoft.com/office/powerpoint/2010/main" val="234230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22454"/>
              </p:ext>
            </p:extLst>
          </p:nvPr>
        </p:nvGraphicFramePr>
        <p:xfrm>
          <a:off x="262712" y="1452926"/>
          <a:ext cx="11563524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828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504770915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25620746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2274614649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Lgb-target_action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</a:t>
                      </a:r>
                      <a:r>
                        <a:rPr lang="en-US" altLang="ko-KR" sz="1100" dirty="0" err="1"/>
                        <a:t>tani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-binary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accuarcy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0.7078189300411523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0.720164609053498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0.6748971193415638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0.7336683417085427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0.7236180904522613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0.6666666666666666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0.7272727272727273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0.6590909090909091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0.4227642276422764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0.42372881355932207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0.3779527559055118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0.45360824742268047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0.4329896907216495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0.44999999999999996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0.5714285714285715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0.3835616438356164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[[146  31]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[ 40  26]]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[[150  27]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[ 41  25]]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[[140  37]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[ 42  24]]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[[124  16]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[ 37  22]]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[[123  17]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[ 38  21]]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[[70 15]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[29 18]]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[[72 13]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[23 24]]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[[73 12]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[33 14]]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F5EFC3-72A8-98E3-D49E-512D0A83BE87}"/>
              </a:ext>
            </a:extLst>
          </p:cNvPr>
          <p:cNvSpPr txBox="1"/>
          <p:nvPr/>
        </p:nvSpPr>
        <p:spPr>
          <a:xfrm>
            <a:off x="152400" y="4188823"/>
            <a:ext cx="76795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 </a:t>
            </a:r>
            <a:r>
              <a:rPr lang="en-US" altLang="ko-KR" dirty="0" err="1"/>
              <a:t>tani</a:t>
            </a:r>
            <a:endParaRPr lang="en-US" altLang="ko-KR" dirty="0"/>
          </a:p>
          <a:p>
            <a:r>
              <a:rPr lang="en-US" altLang="ko-KR" dirty="0"/>
              <a:t>Target-action : 4254-&gt;64</a:t>
            </a:r>
          </a:p>
          <a:p>
            <a:endParaRPr lang="en-US" altLang="ko-KR" dirty="0"/>
          </a:p>
          <a:p>
            <a:r>
              <a:rPr lang="en-US" altLang="ko-KR" dirty="0"/>
              <a:t>Tani-all</a:t>
            </a:r>
          </a:p>
          <a:p>
            <a:r>
              <a:rPr lang="en-US" altLang="ko-KR" dirty="0"/>
              <a:t>Target-action:809-&gt;64</a:t>
            </a:r>
          </a:p>
          <a:p>
            <a:endParaRPr lang="en-US" altLang="ko-KR" dirty="0"/>
          </a:p>
          <a:p>
            <a:r>
              <a:rPr lang="en-US" altLang="ko-KR" dirty="0"/>
              <a:t>Tani-past</a:t>
            </a:r>
          </a:p>
          <a:p>
            <a:r>
              <a:rPr lang="en-US" altLang="ko-KR" dirty="0"/>
              <a:t>Target-action:331-&gt;64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1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8813"/>
              </p:ext>
            </p:extLst>
          </p:nvPr>
        </p:nvGraphicFramePr>
        <p:xfrm>
          <a:off x="262712" y="1452926"/>
          <a:ext cx="11154223" cy="1784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533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813959286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-cross-32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-cross-16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-no AE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accuarcy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0.7045454545454546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0.6893939393939394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0.6818181818181818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0.6666666666666666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0.6363636363636364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0.49350649350649345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0.49382716049382713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0.46153846153846156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0.4761904761904763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0.29411764705882354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[[74 11]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[28 19]]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[[71 14]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[27 20]]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[[72 13]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[29 18]]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[[68 17]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[27 20]]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[[74 11]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[37 10]]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1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331</Words>
  <Application>Microsoft Office PowerPoint</Application>
  <PresentationFormat>와이드스크린</PresentationFormat>
  <Paragraphs>137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Pretendard</vt:lpstr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문성윤</cp:lastModifiedBy>
  <cp:revision>27</cp:revision>
  <dcterms:created xsi:type="dcterms:W3CDTF">2021-10-22T06:13:27Z</dcterms:created>
  <dcterms:modified xsi:type="dcterms:W3CDTF">2024-01-01T23:09:22Z</dcterms:modified>
</cp:coreProperties>
</file>